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e759d5f52d4d35" /><Relationship Type="http://schemas.openxmlformats.org/officeDocument/2006/relationships/extended-properties" Target="/docProps/app.xml" Id="R2abc3d481ffe40a5" /><Relationship Type="http://schemas.openxmlformats.org/officeDocument/2006/relationships/officeDocument" Target="/ppt/presentation.xml" Id="R1036ae14581241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db177659d14061"/>
  </p:sldMasterIdLst>
  <p:notesMasterIdLst>
    <p:notesMasterId xmlns:r="http://schemas.openxmlformats.org/officeDocument/2006/relationships" r:id="R8d3b479f868040e3"/>
  </p:notesMasterIdLst>
  <p:sldIdLst>
    <p:sldId xmlns:r="http://schemas.openxmlformats.org/officeDocument/2006/relationships" id="256" r:id="R4c12e43f683343b8"/>
    <p:sldId xmlns:r="http://schemas.openxmlformats.org/officeDocument/2006/relationships" id="257" r:id="Raacb45e8d59e4e64"/>
    <p:sldId xmlns:r="http://schemas.openxmlformats.org/officeDocument/2006/relationships" id="258" r:id="Rb3125c362c8b42f1"/>
    <p:sldId xmlns:r="http://schemas.openxmlformats.org/officeDocument/2006/relationships" id="259" r:id="R8c06bfd1830a48da"/>
    <p:sldId xmlns:r="http://schemas.openxmlformats.org/officeDocument/2006/relationships" id="260" r:id="Rce5b67316f074950"/>
    <p:sldId xmlns:r="http://schemas.openxmlformats.org/officeDocument/2006/relationships" id="261" r:id="Rf87648459d4f4d0d"/>
    <p:sldId xmlns:r="http://schemas.openxmlformats.org/officeDocument/2006/relationships" id="262" r:id="Rb1e3ca4642fd45bd"/>
    <p:sldId xmlns:r="http://schemas.openxmlformats.org/officeDocument/2006/relationships" id="263" r:id="Reb953e96cc0d441b"/>
    <p:sldId xmlns:r="http://schemas.openxmlformats.org/officeDocument/2006/relationships" id="264" r:id="R6bec873a6889409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12e72d9e904492" /><Relationship Type="http://schemas.openxmlformats.org/officeDocument/2006/relationships/slideMaster" Target="/ppt/slideMasters/slideMaster1.xml" Id="Ra5db177659d14061" /><Relationship Type="http://schemas.openxmlformats.org/officeDocument/2006/relationships/notesMaster" Target="/ppt/notesMasters/notesMaster1.xml" Id="R8d3b479f868040e3" /><Relationship Type="http://schemas.openxmlformats.org/officeDocument/2006/relationships/presProps" Target="/ppt/presProps.xml" Id="Rd4274ba0906f4c6b" /><Relationship Type="http://schemas.openxmlformats.org/officeDocument/2006/relationships/tableStyles" Target="/ppt/tableStyles.xml" Id="R0a216c7fba0b4a01" /><Relationship Type="http://schemas.openxmlformats.org/officeDocument/2006/relationships/slide" Target="/ppt/slides/slide1.xml" Id="R4c12e43f683343b8" /><Relationship Type="http://schemas.openxmlformats.org/officeDocument/2006/relationships/slide" Target="/ppt/slides/slide2.xml" Id="Raacb45e8d59e4e64" /><Relationship Type="http://schemas.openxmlformats.org/officeDocument/2006/relationships/slide" Target="/ppt/slides/slide3.xml" Id="Rb3125c362c8b42f1" /><Relationship Type="http://schemas.openxmlformats.org/officeDocument/2006/relationships/slide" Target="/ppt/slides/slide4.xml" Id="R8c06bfd1830a48da" /><Relationship Type="http://schemas.openxmlformats.org/officeDocument/2006/relationships/slide" Target="/ppt/slides/slide5.xml" Id="Rce5b67316f074950" /><Relationship Type="http://schemas.openxmlformats.org/officeDocument/2006/relationships/slide" Target="/ppt/slides/slide6.xml" Id="Rf87648459d4f4d0d" /><Relationship Type="http://schemas.openxmlformats.org/officeDocument/2006/relationships/slide" Target="/ppt/slides/slide7.xml" Id="Rb1e3ca4642fd45bd" /><Relationship Type="http://schemas.openxmlformats.org/officeDocument/2006/relationships/slide" Target="/ppt/slides/slide8.xml" Id="Reb953e96cc0d441b" /><Relationship Type="http://schemas.openxmlformats.org/officeDocument/2006/relationships/slide" Target="/ppt/slides/slide9.xml" Id="R6bec873a688940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84e15155a449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6510257c25425f" /><Relationship Type="http://schemas.openxmlformats.org/officeDocument/2006/relationships/notesMaster" Target="/ppt/notesMasters/notesMaster1.xml" Id="R95d43119ac7d46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18324f1ec14520" /><Relationship Type="http://schemas.openxmlformats.org/officeDocument/2006/relationships/notesMaster" Target="/ppt/notesMasters/notesMaster1.xml" Id="R00fe42652b3041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d78c8472934dae" /><Relationship Type="http://schemas.openxmlformats.org/officeDocument/2006/relationships/notesMaster" Target="/ppt/notesMasters/notesMaster1.xml" Id="Rbf73ecf5ff6046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81b24636fd49a2" /><Relationship Type="http://schemas.openxmlformats.org/officeDocument/2006/relationships/notesMaster" Target="/ppt/notesMasters/notesMaster1.xml" Id="R2e891dfc209145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2978f7ec7e4b23" /><Relationship Type="http://schemas.openxmlformats.org/officeDocument/2006/relationships/notesMaster" Target="/ppt/notesMasters/notesMaster1.xml" Id="Rbff6e0afe87645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37867daafb417c" /><Relationship Type="http://schemas.openxmlformats.org/officeDocument/2006/relationships/notesMaster" Target="/ppt/notesMasters/notesMaster1.xml" Id="R2fa296fa8d6b40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12f5e903304206" /><Relationship Type="http://schemas.openxmlformats.org/officeDocument/2006/relationships/notesMaster" Target="/ppt/notesMasters/notesMaster1.xml" Id="Rf8b26304032c40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767afe956d4c77" /><Relationship Type="http://schemas.openxmlformats.org/officeDocument/2006/relationships/notesMaster" Target="/ppt/notesMasters/notesMaster1.xml" Id="R36f5c1600d6c43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b349d5f4e44bf8" /><Relationship Type="http://schemas.openxmlformats.org/officeDocument/2006/relationships/notesMaster" Target="/ppt/notesMasters/notesMaster1.xml" Id="R16deee3437444a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User-directed presentation visual and local system screenshots: /Users/rattananair/codes/ai-sales/docs/assets/ai-sales-ntop-executive/00-cover.png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User-directed presentation visual and local system screenshots: /Users/rattananair/codes/ai-sales/docs/assets/ai-sales-ntop-executive/01-problem.png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User-directed presentation visual and local system screenshots: /Users/rattananair/codes/ai-sales/docs/assets/ai-sales-ntop-executive/02-one-experience.png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User-directed presentation visual and local system screenshots: /Users/rattananair/codes/ai-sales/docs/assets/ai-sales-ntop-executive/03-grounded-answer.png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User-directed presentation visual and local system screenshots: /Users/rattananair/codes/ai-sales/docs/assets/ai-sales-ntop-executive/04-human-confirmation.png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User-directed presentation visual and local system screenshots: /Users/rattananair/codes/ai-sales/docs/assets/ai-sales-ntop-executive/05-sales-benefits.png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User-directed presentation visual and local system screenshots: /Users/rattananair/codes/ai-sales/docs/assets/ai-sales-ntop-executive/06-executive-benefits.png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User-directed presentation visual and local system screenshots: /Users/rattananair/codes/ai-sales/docs/assets/ai-sales-ntop-executive/07-trust-control.png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User-directed presentation visual and local system screenshots: /Users/rattananair/codes/ai-sales/docs/assets/ai-sales-ntop-executive/08-pilot.png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290113ad814f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2ce65c02784c9a" /><Relationship Type="http://schemas.openxmlformats.org/officeDocument/2006/relationships/slideLayout" Target="/ppt/slideLayouts/slideLayout1.xml" Id="Rc0e1e635580445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e1e635580445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b980c4c4f45dd" /><Relationship Type="http://schemas.openxmlformats.org/officeDocument/2006/relationships/image" Target="/ppt/media/image.png" Id="Rbe31444e6f4844fb" /><Relationship Type="http://schemas.openxmlformats.org/officeDocument/2006/relationships/notesSlide" Target="/ppt/notesSlides/notesSlide1.xml" Id="Rc0b901b09dba4e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1519f01a34ae9" /><Relationship Type="http://schemas.openxmlformats.org/officeDocument/2006/relationships/image" Target="/ppt/media/image2.png" Id="Re1d69d65689c4eaf" /><Relationship Type="http://schemas.openxmlformats.org/officeDocument/2006/relationships/notesSlide" Target="/ppt/notesSlides/notesSlide2.xml" Id="Rf259da92530142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f7c8925c24cd1" /><Relationship Type="http://schemas.openxmlformats.org/officeDocument/2006/relationships/image" Target="/ppt/media/image3.png" Id="R58e328dacbde4e33" /><Relationship Type="http://schemas.openxmlformats.org/officeDocument/2006/relationships/notesSlide" Target="/ppt/notesSlides/notesSlide3.xml" Id="R7b1a8426e7c148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8dfe278fa4808" /><Relationship Type="http://schemas.openxmlformats.org/officeDocument/2006/relationships/image" Target="/ppt/media/image4.png" Id="Rd4a7f8d2c663448e" /><Relationship Type="http://schemas.openxmlformats.org/officeDocument/2006/relationships/notesSlide" Target="/ppt/notesSlides/notesSlide4.xml" Id="R54467a2d765941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a8655c52148c8" /><Relationship Type="http://schemas.openxmlformats.org/officeDocument/2006/relationships/image" Target="/ppt/media/image5.png" Id="R2451165cd5394312" /><Relationship Type="http://schemas.openxmlformats.org/officeDocument/2006/relationships/notesSlide" Target="/ppt/notesSlides/notesSlide5.xml" Id="Rfa74c3e311d944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435351d564e44" /><Relationship Type="http://schemas.openxmlformats.org/officeDocument/2006/relationships/image" Target="/ppt/media/image6.png" Id="R6c7cfbc1dd094c2c" /><Relationship Type="http://schemas.openxmlformats.org/officeDocument/2006/relationships/notesSlide" Target="/ppt/notesSlides/notesSlide6.xml" Id="R5bbb8798852248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049beaa1040ec" /><Relationship Type="http://schemas.openxmlformats.org/officeDocument/2006/relationships/image" Target="/ppt/media/image7.png" Id="R3d38af81101a42f2" /><Relationship Type="http://schemas.openxmlformats.org/officeDocument/2006/relationships/notesSlide" Target="/ppt/notesSlides/notesSlide7.xml" Id="R4d267144483644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8925404fe4f0c" /><Relationship Type="http://schemas.openxmlformats.org/officeDocument/2006/relationships/image" Target="/ppt/media/image8.png" Id="Rd1803290bdb843fc" /><Relationship Type="http://schemas.openxmlformats.org/officeDocument/2006/relationships/notesSlide" Target="/ppt/notesSlides/notesSlide8.xml" Id="Rb12553002bb041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5d3ad44cf4e96" /><Relationship Type="http://schemas.openxmlformats.org/officeDocument/2006/relationships/image" Target="/ppt/media/image9.png" Id="R675d0c74566c45cf" /><Relationship Type="http://schemas.openxmlformats.org/officeDocument/2006/relationships/notesSlide" Target="/ppt/notesSlides/notesSlide9.xml" Id="Re5b0ffd6027f480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1444e6f4844fb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533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69d65689c4eaf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046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328dacbde4e33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3239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a7f8d2c663448e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8730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1165cd5394312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1685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cfbc1dd094c2c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5813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8af81101a42f2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58902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803290bdb843fc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2093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5d0c74566c45cf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3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2026-08-24T13:10:48.1800000Z</dcterms:created>
  <dcterms:modified xsi:type="dcterms:W3CDTF">2026-08-24T13:10:48.1800000Z</dcterms:modified>
</coreProperties>
</file>